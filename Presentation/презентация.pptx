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73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3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54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1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44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8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33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3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0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72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Intent в Android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Выполнили студенты группы ИП-23-3</a:t>
            </a:r>
          </a:p>
          <a:p>
            <a:r>
              <a:rPr lang="ru-RU" dirty="0"/>
              <a:t>Каменский Илья</a:t>
            </a:r>
          </a:p>
          <a:p>
            <a:r>
              <a:rPr lang="ru-RU" dirty="0"/>
              <a:t>Иванов Тимофей</a:t>
            </a:r>
          </a:p>
          <a:p>
            <a:r>
              <a:rPr lang="ru-RU" dirty="0"/>
              <a:t>Турчанинов Андрей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ACDC9-2238-449C-9E9B-B04EF494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509603-1786-4A3D-AF4D-78BA9C0D9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• Что такое </a:t>
            </a:r>
            <a:r>
              <a:rPr lang="ru-RU" dirty="0" err="1"/>
              <a:t>Intent</a:t>
            </a:r>
            <a:endParaRPr lang="ru-RU" dirty="0"/>
          </a:p>
          <a:p>
            <a:r>
              <a:rPr lang="ru-RU" dirty="0"/>
              <a:t>• Явные и неявные </a:t>
            </a:r>
            <a:r>
              <a:rPr lang="ru-RU" dirty="0" err="1"/>
              <a:t>Intent</a:t>
            </a:r>
            <a:endParaRPr lang="ru-RU" dirty="0"/>
          </a:p>
          <a:p>
            <a:r>
              <a:rPr lang="ru-RU" dirty="0"/>
              <a:t>• Передача данных между </a:t>
            </a:r>
            <a:r>
              <a:rPr lang="ru-RU" dirty="0" err="1"/>
              <a:t>Activity</a:t>
            </a:r>
            <a:endParaRPr lang="ru-RU" dirty="0"/>
          </a:p>
          <a:p>
            <a:r>
              <a:rPr lang="ru-RU" dirty="0"/>
              <a:t>• Примеры ACTION_DIAL и ACTION_SEND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80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— это сообщение в Android для взаимодействия между компонентами приложения.</a:t>
            </a:r>
          </a:p>
          <a:p>
            <a:r>
              <a:t>Используется для:</a:t>
            </a:r>
          </a:p>
          <a:p>
            <a:r>
              <a:t>• запуска Activity</a:t>
            </a:r>
          </a:p>
          <a:p>
            <a:r>
              <a:t>• запуска Service</a:t>
            </a:r>
          </a:p>
          <a:p>
            <a:r>
              <a:t>• отправки данных другим приложениям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Виды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Явный Intent (Explicit)</a:t>
            </a:r>
          </a:p>
          <a:p>
            <a:r>
              <a:t>   – указываем конкретный класс Activity</a:t>
            </a:r>
          </a:p>
          <a:p>
            <a:r>
              <a:t>   – используется внутри приложения</a:t>
            </a:r>
          </a:p>
          <a:p>
            <a:endParaRPr/>
          </a:p>
          <a:p>
            <a:r>
              <a:t>2. Неявный Intent (Implicit)</a:t>
            </a:r>
          </a:p>
          <a:p>
            <a:r>
              <a:t>   – указываем действие (ACTION)</a:t>
            </a:r>
          </a:p>
          <a:p>
            <a:r>
              <a:t>   – Android выбирает подходящее приложение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Основные элементы:</a:t>
            </a:r>
          </a:p>
          <a:p>
            <a:r>
              <a:t>• Context</a:t>
            </a:r>
          </a:p>
          <a:p>
            <a:r>
              <a:t>• Целевая Activity или Action</a:t>
            </a:r>
          </a:p>
          <a:p>
            <a:r>
              <a:t>• Данные (URI)</a:t>
            </a:r>
          </a:p>
          <a:p>
            <a:r>
              <a:t>• Extras (дополнительные данные)</a:t>
            </a:r>
          </a:p>
          <a:p>
            <a:endParaRPr/>
          </a:p>
          <a:p>
            <a:r>
              <a:t>Пример передачи текста:</a:t>
            </a:r>
          </a:p>
          <a:p>
            <a:r>
              <a:t>intent.putExtra("text", value)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Явный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intent = new Intent(this, SecondActivity.class);</a:t>
            </a:r>
          </a:p>
          <a:p>
            <a:r>
              <a:t>intent.putExtra("text", editText.getText().toString());</a:t>
            </a:r>
          </a:p>
          <a:p>
            <a:r>
              <a:t>startActivity(intent);</a:t>
            </a:r>
          </a:p>
          <a:p>
            <a:endParaRPr/>
          </a:p>
          <a:p>
            <a:r>
              <a:t>Во второй Activity:</a:t>
            </a:r>
          </a:p>
          <a:p>
            <a:r>
              <a:t>String text = getIntent().getStringExtra("text");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Неявный Intent (Звонок)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intent = new Intent(Intent.ACTION_DIAL);</a:t>
            </a:r>
          </a:p>
          <a:p>
            <a:r>
              <a:t>intent.setData(Uri.parse("tel:" + phone));</a:t>
            </a:r>
          </a:p>
          <a:p>
            <a:r>
              <a:t>startActivity(intent);</a:t>
            </a:r>
          </a:p>
          <a:p>
            <a:endParaRPr/>
          </a:p>
          <a:p>
            <a:r>
              <a:t>Открывает приложение телефона.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Неявный Intent (Поделиться)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intent = new Intent(Intent.ACTION_SEND);</a:t>
            </a:r>
          </a:p>
          <a:p>
            <a:r>
              <a:t>intent.setType("text/plain");</a:t>
            </a:r>
          </a:p>
          <a:p>
            <a:r>
              <a:t>intent.putExtra(Intent.EXTRA_TEXT, text);</a:t>
            </a:r>
          </a:p>
          <a:p>
            <a:r>
              <a:t>startActivity(Intent.createChooser(intent, "Поделиться через"));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</TotalTime>
  <Words>277</Words>
  <Application>Microsoft Office PowerPoint</Application>
  <PresentationFormat>Экран (4:3)</PresentationFormat>
  <Paragraphs>51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Ретро</vt:lpstr>
      <vt:lpstr>Intent в Android</vt:lpstr>
      <vt:lpstr>Содержание</vt:lpstr>
      <vt:lpstr>Что такое Intent</vt:lpstr>
      <vt:lpstr>Виды Intent</vt:lpstr>
      <vt:lpstr>Структура Intent</vt:lpstr>
      <vt:lpstr>Пример: Явный Intent</vt:lpstr>
      <vt:lpstr>Пример: Неявный Intent (Звонок)</vt:lpstr>
      <vt:lpstr>Пример: Неявный Intent (Поделиться)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 в Android</dc:title>
  <dc:subject/>
  <dc:creator/>
  <cp:keywords/>
  <dc:description>generated using python-pptx</dc:description>
  <cp:lastModifiedBy>Каменский Илья Андреевич</cp:lastModifiedBy>
  <cp:revision>3</cp:revision>
  <dcterms:created xsi:type="dcterms:W3CDTF">2013-01-27T09:14:16Z</dcterms:created>
  <dcterms:modified xsi:type="dcterms:W3CDTF">2026-03-14T11:00:59Z</dcterms:modified>
  <cp:category/>
</cp:coreProperties>
</file>